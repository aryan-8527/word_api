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495A-7B57-F7BF-495B-B5D89A6E7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26798-127A-9DBE-C067-88ED710BC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F42D7-D75B-3D35-2980-645BBBD8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6097-E7C7-41DF-D387-D11CF28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4AA0-FA59-AA73-ABAA-7308846A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9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D222-D192-F1D0-6C74-3B4C727D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8BE9-05AB-46AF-D6D4-CC09E485B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740B-793A-7187-E047-748DCA2F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46B8-9881-A4D6-E583-C4821B4F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3912E-E6B6-982E-98DD-D3EB00F2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9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4F3A-F6C7-5603-3F52-1D827B38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7B1BD-1433-4760-39CB-43D5E33F9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F0EA0-88BF-8BA9-6C16-B0C4F4CA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D5456-0ED3-7B4C-10FE-DE020B99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87C8-4084-C74A-ABF4-7F30054D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39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D07A-376C-1A43-5CBF-36C9781B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D6E52-2B24-8255-BBD4-11992FDB1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1F1D0-6EC2-A7A4-F124-53BC3A427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2B160-9A60-8FD9-3E62-B669BA50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FCCFA-C61E-39DD-0B3A-C1198481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DBD27-8A0B-086B-1922-3BD7F348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0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899C-EBC1-8C5C-90E1-A7523EDB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396A4-B08A-F9B3-3A57-4B3D721DB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C2F74-71A7-B20A-FE6D-5BC8A3B53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5A8F7-A368-783C-88AF-5D9A5F52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30015-196E-D1A4-5680-8AD61E375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FF1BF-EF8D-5E23-F5DF-2D0FDE77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EE74D-5A16-EA9A-2CBE-EBE6AD2F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D2114-4782-4663-7BD5-46BD3550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7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16DA5-E40E-8C07-F379-D140365E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8B9EC-D929-0D2B-A5B3-F1CF4286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4F903-CFA5-49B7-8B3B-037EDB1E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B27CE-F79D-65C4-F999-56AE6287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0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29A96-A998-B0E1-6D5C-C1D97B34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09F2E-81DF-B82A-B8FD-1816D8DE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BB149-CA1A-EC7A-EC25-7F22CD38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5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6F08-2715-5BC5-E280-26CD33E7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DC11-1B76-813B-617C-F5F4D6C0F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BF4C-72DA-68BA-2609-13DF880B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7EEA9-77EC-7B13-C431-0F2372D2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A1D76-A60F-D718-EEED-B3D4CC99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086D8-CA2A-100A-A140-99612FC8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8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F2FC-6FC7-A6E9-5EE2-3BBD81C9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EFE66-486A-6843-BF00-F0B4408E5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5A897-BA98-0C4A-2D91-E4AC1E2A5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3A014-6086-B93A-EA0D-AF3C7CBA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6AA34-B5F2-9A78-33E9-70DF02A0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4271-F246-B67F-66CF-ECCA8A6B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28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D2B0-07DB-CCDD-38B5-773A5CA8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56E36-BFB4-4E21-DFA7-F934FD945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CF07-D54E-74D3-BE64-30AF97D3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72E30-E691-EB19-DCBB-B03176B0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0B0A2-DCB0-E74E-50FE-8D3D21A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29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F5827-EF94-7551-8442-5710C9F47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5E712-B303-B587-527A-4D6FD5E11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5CCC-F0E9-347A-1F27-C35AC166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2E098-50A5-FB57-0505-E6AD9722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C72D-0F6F-4758-DC15-F67475B4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77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DE0D0-E000-B59E-7DB9-18C93BFB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40008-8D5A-6EE3-A50A-AF3A1DB05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7E04-8281-7B55-DA59-CF23DEC39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FBD87-D2FC-441B-962F-9FC953ADD67C}" type="datetimeFigureOut">
              <a:rPr lang="en-IN" smtClean="0"/>
              <a:t>12/03/2026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3A455-774C-C1AF-E190-D4A0F4C00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F005-6DE7-872F-D8F9-26E50BC0A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45FE8-EF51-450C-8CFF-FFC973CA7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16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1F83CC-4A10-922A-F914-F45E66A0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DOCUMENT DETAILS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B231B-C268-A98C-F590-101C379E2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199"/>
            <a:ext cx="10515600" cy="3749675"/>
          </a:xfrm>
        </p:spPr>
        <p:txBody>
          <a:bodyPr/>
          <a:lstStyle/>
          <a:p>
            <a:r>
              <a:rPr lang="en-US" b="1" dirty="0"/>
              <a:t>Document Code        :  </a:t>
            </a:r>
            <a:r>
              <a:rPr lang="en-IN" dirty="0"/>
              <a:t>{{DOCUMENT_CODE}}</a:t>
            </a:r>
          </a:p>
          <a:p>
            <a:r>
              <a:rPr lang="en-US" b="1" dirty="0"/>
              <a:t>Client Name                 :  </a:t>
            </a:r>
            <a:r>
              <a:rPr lang="en-IN" dirty="0"/>
              <a:t>{{CLIENT_NAME}}</a:t>
            </a:r>
          </a:p>
          <a:p>
            <a:r>
              <a:rPr lang="en-US" b="1" dirty="0"/>
              <a:t>Department                  :  </a:t>
            </a:r>
            <a:r>
              <a:rPr lang="en-IN" dirty="0"/>
              <a:t>{{DEPARTMENT}}</a:t>
            </a:r>
          </a:p>
          <a:p>
            <a:r>
              <a:rPr lang="en-US" b="1" dirty="0"/>
              <a:t>Document Type          :   </a:t>
            </a:r>
            <a:r>
              <a:rPr lang="en-IN" dirty="0"/>
              <a:t>{{DOCUMENT_TYPE}}</a:t>
            </a:r>
          </a:p>
          <a:p>
            <a:r>
              <a:rPr lang="en-US" b="1" dirty="0"/>
              <a:t>Purpose                           :  </a:t>
            </a:r>
            <a:r>
              <a:rPr lang="en-IN" dirty="0"/>
              <a:t>{{PURPOSE}}</a:t>
            </a:r>
          </a:p>
          <a:p>
            <a:r>
              <a:rPr lang="en-US" b="1" dirty="0"/>
              <a:t>Created On                    :  </a:t>
            </a:r>
            <a:r>
              <a:rPr lang="en-IN" dirty="0"/>
              <a:t>{{CREATED_ON}}</a:t>
            </a:r>
          </a:p>
          <a:p>
            <a:r>
              <a:rPr lang="en-US" b="1" dirty="0"/>
              <a:t>Created By                     :  </a:t>
            </a:r>
            <a:r>
              <a:rPr lang="en-IN" dirty="0"/>
              <a:t>{{CREATED_BY}}</a:t>
            </a:r>
          </a:p>
        </p:txBody>
      </p:sp>
    </p:spTree>
    <p:extLst>
      <p:ext uri="{BB962C8B-B14F-4D97-AF65-F5344CB8AC3E}">
        <p14:creationId xmlns:p14="http://schemas.microsoft.com/office/powerpoint/2010/main" val="100095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DOCUMENT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Kumar</dc:creator>
  <cp:lastModifiedBy>Varun Kumar</cp:lastModifiedBy>
  <cp:revision>2</cp:revision>
  <dcterms:created xsi:type="dcterms:W3CDTF">2026-03-12T12:35:05Z</dcterms:created>
  <dcterms:modified xsi:type="dcterms:W3CDTF">2026-03-12T12:42:41Z</dcterms:modified>
</cp:coreProperties>
</file>